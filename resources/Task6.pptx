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EC3A-FF15-0017-6BAD-196B83FA4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0ECD4-3E0A-2464-F0D3-D9DB1FCA3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1C6FA-AF8F-4159-7B72-19E75449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590FB-FE00-C35C-2DEE-55CAF16F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56B6-0742-4621-0BFA-C3A9A4E1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7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5248-C632-6BF7-C795-5687C604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BB64-364C-0CD6-E738-D3815791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1442-0BE7-F336-821B-7F6349F7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8207-6534-411B-C8C6-A55D90C9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28CB2-F286-8944-9D52-6900D774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8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1529-0442-C493-6FE0-BCA94265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AC99C-1D81-9465-1B7E-B08CD970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7DC4E-BBE4-433D-0DF6-BF545F96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07D8-E122-21A5-05D6-9276E721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69122-808D-69FA-C924-FD7D32EF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1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C053-81F8-A482-B580-5D175FC2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50D3-CE4E-2770-B490-C6C9695D2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E2CDE-2BF4-A8DB-2A0B-6B7A9280D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28FAC-9A4C-523B-6CE1-48B1BE23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E207A-E418-1E84-5171-3A872296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0630-1B6A-09A5-FE6B-BAD46726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5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1D21-20A4-0D9E-926B-4BF3298B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A669C-6727-6433-70E7-9DF8F021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AE77E-34E8-31FC-BDC9-BCA45F39A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49C8A-8361-DD5F-AB32-ECC1A79AF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7F1B-C9B1-8261-1963-87BEC63D9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108C5-BA2D-EA3C-3F1C-0B52DA2D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B3D1F-E0BD-48EB-3B14-70B68DC8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DECA9-E8A3-F1B6-47E3-76BCFE13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0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2F7F-3A6E-2DC1-88C8-2B63437B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16FFA-2941-FA18-3CC4-2970A772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233F7-77A0-C005-A875-74E6BB87C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A3522-0188-DA49-554F-47810D84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7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5640D-1899-8BCF-5819-A6158A64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D4A10-6060-E099-22F5-45B932E8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6E9F5-95D1-BE2F-6FF2-8FD71071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1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1505-6A7B-74F9-559E-E302F76E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1ED82-925E-A8F0-4DFE-A71895483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B568A-6EE0-8812-4890-E65C66434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28A7E-7A4D-8A4E-9B72-AA422CA6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10659-B7E2-2662-4B3B-E609F488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4079E-75A4-8154-52EB-BAB8B01F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3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A28B-F504-B990-2F55-F5ABE3D4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66F23-C180-CB79-61F1-E933EC9D0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4F72C-21EB-799B-8DFF-276D34CEF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BC486-2C1B-1E0E-C417-293FD8D6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4FE84-7414-B0F7-8838-C0D3A6BC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E8632-D25D-32F2-8F65-4527927C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2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7EED-B80D-C46A-E7F9-C06F56AC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D1761-E513-9AAB-95B9-78914566B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4FC15-6E28-B233-B72A-4884DC6F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9F263-7684-156D-6460-B4F314A4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CB73-9809-751D-FED4-19AB216A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5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B8845-939D-3B6F-84E8-3A730D535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15166-B24B-5B43-84BB-3F4AEFB2F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341C6-3DB0-01D6-0E15-120F3FFA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47793-BCF4-3AFB-4560-2534B890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EA34-7C68-3B97-EB39-672AAC71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3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474B56-3289-970E-C381-B7333662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3BBCF-9D9E-448C-5262-BA2A9706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E2D00-6417-7C9B-1CE1-23F778B3E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24C10-E4EC-42F0-9B68-A5F1D093AF6D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A425A-ED93-5E50-4E49-284C8D3FE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7C6B-FAC2-F8FF-68D5-9B68A623F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FA178-8FD1-4939-A1AE-8DAF3E63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0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5A71DB-2279-18E5-B557-40D8DE739C29}"/>
              </a:ext>
            </a:extLst>
          </p:cNvPr>
          <p:cNvSpPr txBox="1"/>
          <p:nvPr/>
        </p:nvSpPr>
        <p:spPr>
          <a:xfrm>
            <a:off x="1627632" y="466344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6D8782-3C50-E431-0E62-560F43CF0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8" y="272888"/>
            <a:ext cx="12116423" cy="63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1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1D2549-E954-2B9A-9E68-A5EDDB3EADD0}"/>
              </a:ext>
            </a:extLst>
          </p:cNvPr>
          <p:cNvSpPr txBox="1"/>
          <p:nvPr/>
        </p:nvSpPr>
        <p:spPr>
          <a:xfrm>
            <a:off x="1627632" y="466344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38568F72-4C36-E5E1-0085-531F7507E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244311"/>
            <a:ext cx="12160875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1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AmarnathReddy Gona</dc:creator>
  <cp:lastModifiedBy>Shubham Sinha1</cp:lastModifiedBy>
  <cp:revision>3</cp:revision>
  <dcterms:created xsi:type="dcterms:W3CDTF">2025-01-16T05:28:14Z</dcterms:created>
  <dcterms:modified xsi:type="dcterms:W3CDTF">2025-04-28T12:07:39Z</dcterms:modified>
</cp:coreProperties>
</file>