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59" d="100"/>
          <a:sy n="59" d="100"/>
        </p:scale>
        <p:origin x="8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EC3A-FF15-0017-6BAD-196B83FA48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D0ECD4-3E0A-2464-F0D3-D9DB1FCA3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1C6FA-AF8F-4159-7B72-19E754499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590FB-FE00-C35C-2DEE-55CAF16FA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456B6-0742-4621-0BFA-C3A9A4E15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75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45248-C632-6BF7-C795-5687C604F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8BB64-364C-0CD6-E738-D38157913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21442-0BE7-F336-821B-7F6349F7B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18207-6534-411B-C8C6-A55D90C97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28CB2-F286-8944-9D52-6900D774D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83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81529-0442-C493-6FE0-BCA94265E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AC99C-1D81-9465-1B7E-B08CD9708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7DC4E-BBE4-433D-0DF6-BF545F96B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B07D8-E122-21A5-05D6-9276E721C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69122-808D-69FA-C924-FD7D32EF5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112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8C053-81F8-A482-B580-5D175FC29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650D3-CE4E-2770-B490-C6C9695D2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E2CDE-2BF4-A8DB-2A0B-6B7A9280D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28FAC-9A4C-523B-6CE1-48B1BE23F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E207A-E418-1E84-5171-3A872296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C0630-1B6A-09A5-FE6B-BAD46726D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52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1D21-20A4-0D9E-926B-4BF3298B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A669C-6727-6433-70E7-9DF8F0216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AE77E-34E8-31FC-BDC9-BCA45F39A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49C8A-8361-DD5F-AB32-ECC1A79AF4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107F1B-C9B1-8261-1963-87BEC63D9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B108C5-BA2D-EA3C-3F1C-0B52DA2DD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2B3D1F-E0BD-48EB-3B14-70B68DC89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2DECA9-E8A3-F1B6-47E3-76BCFE133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0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22F7F-3A6E-2DC1-88C8-2B63437BC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416FFA-2941-FA18-3CC4-2970A772F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233F7-77A0-C005-A875-74E6BB87C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A3522-0188-DA49-554F-47810D840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78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85640D-1899-8BCF-5819-A6158A64E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3D4A10-6060-E099-22F5-45B932E8B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6E9F5-95D1-BE2F-6FF2-8FD71071B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16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1505-6A7B-74F9-559E-E302F76E2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1ED82-925E-A8F0-4DFE-A71895483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B568A-6EE0-8812-4890-E65C66434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28A7E-7A4D-8A4E-9B72-AA422CA62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10659-B7E2-2662-4B3B-E609F488B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4079E-75A4-8154-52EB-BAB8B01F5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3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A28B-F504-B990-2F55-F5ABE3D46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466F23-C180-CB79-61F1-E933EC9D0A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4F72C-21EB-799B-8DFF-276D34CEF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BC486-2C1B-1E0E-C417-293FD8D62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4FE84-7414-B0F7-8838-C0D3A6BC2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E8632-D25D-32F2-8F65-4527927C0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27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A7EED-B80D-C46A-E7F9-C06F56AC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D1761-E513-9AAB-95B9-78914566B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4FC15-6E28-B233-B72A-4884DC6F5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9F263-7684-156D-6460-B4F314A4A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1CB73-9809-751D-FED4-19AB216AB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50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3B8845-939D-3B6F-84E8-3A730D535E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A15166-B24B-5B43-84BB-3F4AEFB2F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341C6-3DB0-01D6-0E15-120F3FFA2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47793-BCF4-3AFB-4560-2534B890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4EA34-7C68-3B97-EB39-672AAC719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37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474B56-3289-970E-C381-B7333662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3BBCF-9D9E-448C-5262-BA2A9706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E2D00-6417-7C9B-1CE1-23F778B3E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F24C10-E4EC-42F0-9B68-A5F1D093AF6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A425A-ED93-5E50-4E49-284C8D3FE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77C6B-FAC2-F8FF-68D5-9B68A623F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0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75A71DB-2279-18E5-B557-40D8DE739C29}"/>
              </a:ext>
            </a:extLst>
          </p:cNvPr>
          <p:cNvSpPr txBox="1"/>
          <p:nvPr/>
        </p:nvSpPr>
        <p:spPr>
          <a:xfrm>
            <a:off x="1627632" y="466344"/>
            <a:ext cx="2075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</a:t>
            </a:r>
          </a:p>
        </p:txBody>
      </p:sp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B9A34050-B941-BE62-51D9-D820AC173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92" y="244311"/>
            <a:ext cx="11964015" cy="63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210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1D2549-E954-2B9A-9E68-A5EDDB3EADD0}"/>
              </a:ext>
            </a:extLst>
          </p:cNvPr>
          <p:cNvSpPr txBox="1"/>
          <p:nvPr/>
        </p:nvSpPr>
        <p:spPr>
          <a:xfrm>
            <a:off x="1627632" y="466344"/>
            <a:ext cx="2075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Response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0C6530-324C-AC69-ABE6-932B2F3A4F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4" y="453872"/>
            <a:ext cx="12084671" cy="595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517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AmarnathReddy Gona</dc:creator>
  <cp:lastModifiedBy>Shubham Sinha1</cp:lastModifiedBy>
  <cp:revision>2</cp:revision>
  <dcterms:created xsi:type="dcterms:W3CDTF">2025-01-16T05:28:14Z</dcterms:created>
  <dcterms:modified xsi:type="dcterms:W3CDTF">2025-04-21T08:00:27Z</dcterms:modified>
</cp:coreProperties>
</file>